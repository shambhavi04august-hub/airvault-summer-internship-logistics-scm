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Summer Internship: Import–Export Logistics &amp;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B6978"/>
                </a:solidFill>
                <a:latin typeface="Aptos"/>
              </a:defRPr>
            </a:pPr>
            <a:r>
              <a:t>45-day internship focused on operations, freight forwarding, shipment coordination and customer-facing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84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932688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Study focus: improving operational efficiency, shipment visibility, documentation accuracy and customer satisfaction.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1460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64008" cy="1874519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660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WHERE I DID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81528"/>
            <a:ext cx="30449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Airvault Express &amp; Logistics Pvt. Ltd.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Vadodara branch / Operations environment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Logistics, freight forwarding &amp; supply chain domain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1460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514600"/>
            <a:ext cx="64008" cy="1874519"/>
          </a:xfrm>
          <a:prstGeom prst="rect">
            <a:avLst/>
          </a:prstGeom>
          <a:solidFill>
            <a:srgbClr val="E7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60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WHY I DID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81528"/>
            <a:ext cx="304495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To connect MBA concepts with real logistics operations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To understand import–export workflows and freight forwarding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To identify operational challenges and improvement opportunities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2514600"/>
            <a:ext cx="3419856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2514600"/>
            <a:ext cx="64008" cy="1874519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2660904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MY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081528"/>
            <a:ext cx="303580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Operations Intern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Shipment documentation, tracking and coordination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Customer support and shipment booking activities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90288"/>
            <a:ext cx="10972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590288"/>
            <a:ext cx="64008" cy="1481328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7365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157216"/>
            <a:ext cx="1058875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Growing customer expectations and global trade make transportation, documentation, tracking and interdepartmental coordination critical to logistics performance.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The study examined how Airvault manages these activities and where efficiency and service quality can be strengthened.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978"/>
                </a:solidFill>
                <a:latin typeface="Aptos"/>
              </a:defRPr>
            </a:pPr>
            <a:r>
              <a:t>Shambhavi Tripathi  |  MBA – Logistics &amp; Supply Chain Management  |  Airvault Express &amp; Logistics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What I Did: Operations + Business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B6978"/>
                </a:solidFill>
                <a:latin typeface="Aptos"/>
              </a:defRPr>
            </a:pPr>
            <a:r>
              <a:t>Hands-on exposure across shipment execution, documentation, customer handling, sales support and data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84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5262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7218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OPERATIONS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32735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Prepared and verified Air Way Bills, invoices, packing lists and shipping documents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Tracked domestic and international shipments and shared status updates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Assisted air freight and sea freight coordination with logistics partners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Supported customs documentation and compliance checks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Coordinated with operations, customer service, warehouse and transport teams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Learned freight forwarding, cargo handling and shipment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32588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3984" y="1325880"/>
            <a:ext cx="64008" cy="4526280"/>
          </a:xfrm>
          <a:prstGeom prst="rect">
            <a:avLst/>
          </a:prstGeom>
          <a:solidFill>
            <a:srgbClr val="E7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47218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SALES &amp; CUSTOMER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92807"/>
            <a:ext cx="30449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Supported shipment booking and customer requirement handling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Email marketing for customer outreach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Tele-sales for lead follow-up and shipment enquiries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Field sales support for customer acquisition and bookings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Responded to shipment, documentation and delivery queries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Built communication and customer-centric problem-solving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32588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325880"/>
            <a:ext cx="64008" cy="45262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72184"/>
            <a:ext cx="31272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TOOLS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92807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Microsoft Excel for data entry, records, tabulation, analysis and charts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Power BI for logistics dashboarding and visual analysis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ITD / shipment-tracking systems for monitoring consignments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Logistics software and spreadsheets for operational records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Data collection through observation, employee interaction and internship experience</a:t>
            </a:r>
          </a:p>
          <a:p>
            <a:pPr>
              <a:spcAft>
                <a:spcPts val="500"/>
              </a:spcAft>
              <a:defRPr sz="1080">
                <a:solidFill>
                  <a:srgbClr val="1C242D"/>
                </a:solidFill>
                <a:latin typeface="Aptos"/>
              </a:defRPr>
            </a:pPr>
            <a:r>
              <a:t>•  Research sample: 225–230 employees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978"/>
                </a:solidFill>
                <a:latin typeface="Aptos"/>
              </a:defRPr>
            </a:pPr>
            <a:r>
              <a:t>Shambhavi Tripathi  |  MBA – Logistics &amp; Supply Chain Management  |  Airvault Express &amp; Logistics Pvt. 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Research Framework, Data Collection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B6978"/>
                </a:solidFill>
                <a:latin typeface="Aptos"/>
              </a:defRPr>
            </a:pPr>
            <a:r>
              <a:t>Descriptive research combining qualitative and quantitative understanding of logistics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84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64008" cy="15087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1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63F"/>
                </a:solidFill>
                <a:latin typeface="Aptos"/>
              </a:defRPr>
            </a:pPr>
            <a:r>
              <a:t>RESEARCH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65376"/>
            <a:ext cx="235915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Descriptive research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Qualitative + quantitative approach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Study area: Operations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298448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298448"/>
            <a:ext cx="64008" cy="1508760"/>
          </a:xfrm>
          <a:prstGeom prst="rect">
            <a:avLst/>
          </a:prstGeom>
          <a:solidFill>
            <a:srgbClr val="E7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444751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63F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65376"/>
            <a:ext cx="235915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Primary data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Observation + employee interaction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Internship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1384" y="1298448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1384" y="1298448"/>
            <a:ext cx="64008" cy="15087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1444751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63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1865376"/>
            <a:ext cx="208483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Excel-based tabulation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Percentages, frequencies, charts</a:t>
            </a:r>
          </a:p>
          <a:p>
            <a:pPr>
              <a:spcAft>
                <a:spcPts val="500"/>
              </a:spcAft>
              <a:defRPr sz="1050">
                <a:solidFill>
                  <a:srgbClr val="1C242D"/>
                </a:solidFill>
                <a:latin typeface="Aptos"/>
              </a:defRPr>
            </a:pPr>
            <a:r>
              <a:t>•  Operational interpretation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298448"/>
            <a:ext cx="238658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576" y="1298448"/>
            <a:ext cx="64008" cy="15087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444751"/>
            <a:ext cx="20208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63F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865376"/>
            <a:ext cx="2002536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69">
                <a:solidFill>
                  <a:srgbClr val="1C242D"/>
                </a:solidFill>
                <a:latin typeface="Aptos"/>
              </a:defRPr>
            </a:pPr>
            <a:r>
              <a:t>•  H₀: No significant relationship</a:t>
            </a:r>
          </a:p>
          <a:p>
            <a:pPr>
              <a:spcAft>
                <a:spcPts val="500"/>
              </a:spcAft>
              <a:defRPr sz="969">
                <a:solidFill>
                  <a:srgbClr val="1C242D"/>
                </a:solidFill>
                <a:latin typeface="Aptos"/>
              </a:defRPr>
            </a:pPr>
            <a:r>
              <a:t>•  H₁: Positive relationship between operational efficiency and customer satisfaction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063240"/>
            <a:ext cx="53492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063240"/>
            <a:ext cx="64008" cy="26060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20954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630168"/>
            <a:ext cx="49651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Airvault follows a structured logistics and supply chain process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Interdepartmental coordination supports smooth shipment execution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Digital tracking improves shipment visibility and customer satisfaction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Accurate documentation and customs compliance help reduce delays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Timely, customer-centric service strengthens market 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063240"/>
            <a:ext cx="54223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063240"/>
            <a:ext cx="64008" cy="2606040"/>
          </a:xfrm>
          <a:prstGeom prst="rect">
            <a:avLst/>
          </a:prstGeom>
          <a:solidFill>
            <a:srgbClr val="E7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3209544"/>
            <a:ext cx="50566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  <a:latin typeface="Aptos"/>
              </a:defRPr>
            </a:pPr>
            <a:r>
              <a:t>WHAT THE INTERNSHIP REVEALED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630168"/>
            <a:ext cx="5038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Operational performance depends on coordination across freight, documentation, customs and customer service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Technology improves visibility and decision-making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Documentation accuracy is a critical control point in import–export logistics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Customer communication is closely linked with perceived service quality</a:t>
            </a:r>
          </a:p>
          <a:p>
            <a:pPr>
              <a:spcAft>
                <a:spcPts val="500"/>
              </a:spcAft>
              <a:defRPr sz="1130">
                <a:solidFill>
                  <a:srgbClr val="1C242D"/>
                </a:solidFill>
                <a:latin typeface="Aptos"/>
              </a:defRPr>
            </a:pPr>
            <a:r>
              <a:t>•  Data-driven monitoring can support continuous process 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978"/>
                </a:solidFill>
                <a:latin typeface="Aptos"/>
              </a:defRPr>
            </a:pPr>
            <a:r>
              <a:t>Shambhavi Tripathi  |  MBA – Logistics &amp; Supply Chain Management  |  Airvault Express &amp; Logistics Pvt. Ltd.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Solutions, Outcomes &amp; Professional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B6978"/>
                </a:solidFill>
                <a:latin typeface="Aptos"/>
              </a:defRPr>
            </a:pPr>
            <a:r>
              <a:t>Recommendations derived from the study and practical learning gained during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84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864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3337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72184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KEY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510235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Increase automation in documentation and shipment processing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Use AI-based demand forecasting and route optimization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Strengthen real-time shipment visibility and digital tracking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Expand warehousing and distribution capability in emerging markets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Train employees regularly on digital logistics technologies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Continue investment in sustainable, technology-driven logistics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325880"/>
            <a:ext cx="5294376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325880"/>
            <a:ext cx="64008" cy="3337560"/>
          </a:xfrm>
          <a:prstGeom prst="rect">
            <a:avLst/>
          </a:prstGeom>
          <a:solidFill>
            <a:srgbClr val="E7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72184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MY INTERNSHIP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7"/>
            <a:ext cx="49103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Practical exposure to air freight and sea freight operations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Hands-on understanding of freight forwarding and shipment documentation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Improved shipment tracking, customer handling and coordination skills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Better understanding of customs, cargo handling, routes and insurance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Stronger communication, teamwork, time management and problem-solving</a:t>
            </a:r>
          </a:p>
          <a:p>
            <a:pPr>
              <a:spcAft>
                <a:spcPts val="500"/>
              </a:spcAft>
              <a:defRPr sz="1150">
                <a:solidFill>
                  <a:srgbClr val="1C242D"/>
                </a:solidFill>
                <a:latin typeface="Aptos"/>
              </a:defRPr>
            </a:pPr>
            <a:r>
              <a:t>•  Bridged the gap between MBA theory and real-world logistics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56048"/>
            <a:ext cx="10972800" cy="107899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84648"/>
            <a:ext cx="104241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OJT achievement: 218 of 230 activities completed  •  94.78% overall achievement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8489"/>
                </a:solidFill>
                <a:latin typeface="Aptos"/>
              </a:defRPr>
            </a:pPr>
            <a:r>
              <a:t>Core message: efficient logistics = accurate processes + visibility + coordination + customer focus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978"/>
                </a:solidFill>
                <a:latin typeface="Aptos"/>
              </a:defRPr>
            </a:pPr>
            <a:r>
              <a:t>Shambhavi Tripathi  |  MBA – Logistics &amp; Supply Chain Management  |  Airvault Express &amp; Logistics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